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F4F8"/>
                </a:solidFill>
                <a:latin typeface="Arial"/>
              </a:rPr>
              <a:t>MINI PROJECT II · GROUP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5A5F"/>
                </a:solidFill>
                <a:latin typeface="Arial"/>
              </a:rPr>
              <a:t>EcoMesh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2F4F8"/>
                </a:solidFill>
                <a:latin typeface="Arial"/>
              </a:rPr>
              <a:t>Distributed Peer-to-Peer Disaster
Relief Communication 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5A5F"/>
                </a:solidFill>
                <a:latin typeface="Arial"/>
              </a:rPr>
              <a:t>PHASE III — ROUTING, RELIABILITY &amp; SECURITY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114800"/>
            <a:ext cx="10881360" cy="0"/>
          </a:xfrm>
          <a:prstGeom prst="line">
            <a:avLst/>
          </a:prstGeom>
          <a:ln w="1270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2F4F8"/>
                </a:solidFill>
                <a:latin typeface="Arial"/>
              </a:rPr>
              <a:t>Miti Shah  ·  Twissha Shah  ·  Tanvi Sheth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0932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2F4F8"/>
                </a:solidFill>
                <a:latin typeface="Arial"/>
              </a:rPr>
              <a:t>Prof. Anuj Tawari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02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From discovery to a routable, trustworthy mesh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EEAD4"/>
                </a:solidFill>
                <a:latin typeface="Arial"/>
              </a:rPr>
              <a:t>Phase II proved two nodes could discover each other and relay a single hop. Phase III turns that into a real mesh — many hops, the best path, nothing lost, nothing readable by a stranger.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5440680" cy="39319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Arial"/>
              </a:rPr>
              <a:t>WHAT PHASE II LEFT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Nodes could discover direct neighbours only.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A message could be relayed, but only one hop.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No weighting — every link treated as equally good.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No encryption, no signing, no persistent log.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5440680" cy="39319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WHAT PHASE III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Network-wide routing — every node learns the full graph.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Weighted paths — reliability beats hop count.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Reliable delivery — priority, retry, store-and-forward.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Security — end-to-end encryption and signing.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Persistent logging — every message and event, queryable.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03 ·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Phase III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651760" cy="41148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5A5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D4"/>
                </a:solidFill>
                <a:latin typeface="Arial"/>
              </a:rPr>
              <a:t>ADAPTIVE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Link-state gossip,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re-flooded network-wide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Weighted Dijkstra over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measured link quality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828800"/>
            <a:ext cx="2651760" cy="41148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5A5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D4"/>
                </a:solidFill>
                <a:latin typeface="Arial"/>
              </a:rPr>
              <a:t>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546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Priority queue, duplicate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suppression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ACK + retry, bounded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store-and-forward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2651760" cy="41148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5A5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D4"/>
                </a:solidFill>
                <a:latin typeface="Arial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AES-256-GCM payload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encryption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Ed25519 header signing,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key distribution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828800"/>
            <a:ext cx="2651760" cy="41148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5A5F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D4"/>
                </a:solidFill>
                <a:latin typeface="Arial"/>
              </a:rPr>
              <a:t>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1546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SQLite (WAL) message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and event log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Every send, forward,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F2F4F8"/>
                </a:solidFill>
                <a:latin typeface="Arial"/>
              </a:rPr>
              <a:t>drop, retry — queryable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04 ·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Four bugs that would have failed silently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Found by writing the tests, not by guessing — each one is now a regression test.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440680" cy="19659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5A5F"/>
                </a:solidFill>
                <a:latin typeface="Arial"/>
              </a:rPr>
              <a:t>GRAPH STUCK AT TWO HOPS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2F4F8"/>
                </a:solidFill>
                <a:latin typeface="Arial"/>
              </a:rPr>
              <a:t>Link-state reports weren't re-flooded past the first neighbour — a node could never learn a route beyond 2 hops. Fixed with origin + sequence numbers so reports propagate network-wide and stale replays are rejected.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5440680" cy="19659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5A5F"/>
                </a:solidFill>
                <a:latin typeface="Arial"/>
              </a:rPr>
              <a:t>FAILURES NEVER PENALISED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2F4F8"/>
                </a:solidFill>
                <a:latin typeface="Arial"/>
              </a:rPr>
              <a:t>The retry logic never told routing.py about a timed-out link — the cost function's failure term was always zero. Now every ACK timeout updates the link's cost immediately, not on the next gossip cycle.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5440680" cy="19659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5A5F"/>
                </a:solidFill>
                <a:latin typeface="Arial"/>
              </a:rPr>
              <a:t>RETENTION QUEUE UNBOUNDED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2F4F8"/>
                </a:solidFill>
                <a:latin typeface="Arial"/>
              </a:rPr>
              <a:t>Store-and-forward had no size or age limit. Now it evicts the lowest-priority message first (SOS is never displaced) and expires anything held past 30 minutes.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069080"/>
            <a:ext cx="5440680" cy="196596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5A5F"/>
                </a:solidFill>
                <a:latin typeface="Arial"/>
              </a:rPr>
              <a:t>SIGNATURES WOULD BREAK AT HOP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2F4F8"/>
                </a:solidFill>
                <a:latin typeface="Arial"/>
              </a:rPr>
              <a:t>The spec says “sign header + path” — but ttl, hop_count and path all change at every relay. Signing them would make every signature invalid after one hop. Fixed by signing only the fields that never change in transit.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05 · ALGORITHM ·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A longer path can be the better path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WEIGHTED LINK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11155680" cy="86868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EEAD4"/>
                </a:solidFill>
                <a:latin typeface="Arial"/>
              </a:rPr>
              <a:t>cost(u,v) = H + α × (1 − quality) + β ×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WORKED COMPARISON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246120"/>
          <a:ext cx="7772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0B101A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0B101A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0B101A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0B101A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5EEA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4F8"/>
                          </a:solidFill>
                        </a:rPr>
                        <a:t>2 hops · poor links</a:t>
                      </a:r>
                    </a:p>
                  </a:txBody>
                  <a:tcPr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4F8"/>
                          </a:solidFill>
                        </a:rPr>
                        <a:t>7.75</a:t>
                      </a:r>
                    </a:p>
                  </a:txBody>
                  <a:tcPr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5A5F"/>
                          </a:solidFill>
                        </a:rPr>
                        <a:t>REJECT</a:t>
                      </a:r>
                    </a:p>
                  </a:txBody>
                  <a:tcPr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4F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41C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4F8"/>
                          </a:solidFill>
                        </a:rPr>
                        <a:t>3 hops · good links</a:t>
                      </a:r>
                    </a:p>
                  </a:txBody>
                  <a:tcPr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4F8"/>
                          </a:solidFill>
                        </a:rPr>
                        <a:t>3.75</a:t>
                      </a:r>
                    </a:p>
                  </a:txBody>
                  <a:tcPr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EEAD4"/>
                          </a:solidFill>
                        </a:rPr>
                        <a:t>CHOOSE</a:t>
                      </a:r>
                    </a:p>
                  </a:txBody>
                  <a:tcPr>
                    <a:solidFill>
                      <a:srgbClr val="141C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EEAD4"/>
                          </a:solidFill>
                        </a:rPr>
                        <a:t>✓ tested</a:t>
                      </a:r>
                    </a:p>
                  </a:txBody>
                  <a:tcPr>
                    <a:solidFill>
                      <a:srgbClr val="141C2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8920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2F4F8"/>
                </a:solidFill>
                <a:latin typeface="Arial"/>
              </a:rPr>
              <a:t>Dijkstra over the weighted graph · O((V+E) log V). Proven directly by an automated test: a two-hop path through unreliable links is rejected in favour of a three-hop path through good ones — the headline claim of the whole routing design, not just a formula on a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06 · ALGORITHM ·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SOS moves to the front — at every 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Binary min-heap · ordered by (priority, creation time)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920240" cy="914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4F8"/>
                </a:solidFill>
                <a:latin typeface="Arial"/>
              </a:rPr>
              <a:t>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A4B5"/>
                </a:solidFill>
                <a:latin typeface="Arial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377440"/>
            <a:ext cx="1920240" cy="914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4F8"/>
                </a:solidFill>
                <a:latin typeface="Arial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A4B5"/>
                </a:solidFill>
                <a:latin typeface="Arial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2377440"/>
            <a:ext cx="1920240" cy="914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F4F8"/>
                </a:solidFill>
                <a:latin typeface="Arial"/>
              </a:rPr>
              <a:t>NORMAL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A4B5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9AA4B5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2377440"/>
            <a:ext cx="2194560" cy="914400"/>
          </a:xfrm>
          <a:prstGeom prst="rect">
            <a:avLst/>
          </a:prstGeom>
          <a:solidFill>
            <a:srgbClr val="FF5A5F"/>
          </a:solidFill>
          <a:ln w="952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651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8"/>
                </a:solidFill>
                <a:latin typeface="Arial"/>
              </a:rPr>
              <a:t>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4F8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2F4F8"/>
                </a:solidFill>
                <a:latin typeface="Arial"/>
              </a:rPr>
              <a:t>SELECTED NEXT: SOS — even though it arrived last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891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Priority is re-applied at every hop, not just at the source — an SOS queued behind NORMAL traffic at a busy relay still jumps to the front there too.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O(log n) enqueue/dequeue. Proven with a test: a NORMAL packet queued first, an SOS queued second — the SOS is still the one sent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07 · ALGORITHM ·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Strangers relay it. They still can't read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440680" cy="43891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5A5F"/>
                </a:solidFill>
                <a:latin typeface="Arial"/>
              </a:rPr>
              <a:t>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AES-256-GCM payload encryption, end to end.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A relay forwards the ciphertext untouched — it never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calls decrypt, by construction.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Proven directly: a relay node configured with no key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at all still forwards correctly — and its own log never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records a plaintext body for a message it only relayed.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440680" cy="438912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AD4"/>
                </a:solidFill>
                <a:latin typeface="Arial"/>
              </a:rPr>
              <a:t>AUTHENTICITY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Ed25519 header signing. Public keys travel in HELLO,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then propagate network-wide through the same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re-flooding mechanism as routing — a destination three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hops from the sender can still verify it.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The fix: sign only the fields that survive relaying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(not ttl/hop_count/path). Proven with a 3-hop relay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test — the signature verifies correctly at the far 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08 · IMPLEMENTATION · PHASE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Routing and reliability are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4008" cy="9144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0652760" cy="914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Arial"/>
              </a:rPr>
              <a:t>routing.py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4708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Link-state gossip with re-flooding · weighted Dijkstra · route caching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Gateway/rescue terminal selection folded directly into route computation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64008" cy="9144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10652760" cy="914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Arial"/>
              </a:rPr>
              <a:t>reliability.py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9008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Priority queue (binary min-heap) · duplicate suppression · ACK tracking with bounded retry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Store-and-forward with count + age bounds and priority-protected eviction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64008" cy="9144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10652760" cy="914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5A5F"/>
                </a:solidFill>
                <a:latin typeface="Arial"/>
              </a:rPr>
              <a:t>node.py (wiring)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13308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Node.send() — real message origination with ACK/retry/store-forward lifecycle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Multi-hop forwarding via route_resolver, role propagation through gossip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94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EEAD4"/>
                </a:solidFill>
                <a:latin typeface="Arial"/>
              </a:rPr>
              <a:t>Every routing decision — which link, which hop, which path — now comes from measured reliability, not assumption.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09 · IMPLEMENTATION · PHASE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Security and storage, wired end to 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4008" cy="9144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0652760" cy="914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Arial"/>
              </a:rPr>
              <a:t>crypto.py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4708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AES-256-GCM encrypt/decrypt · Ed25519 generate/sign/verify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Vetted library primitives only — nothing implemented from first principles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64008" cy="9144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10652760" cy="9144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EEAD4"/>
                </a:solidFill>
                <a:latin typeface="Arial"/>
              </a:rPr>
              <a:t>store.py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90088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SQLite, write-ahead logging · one database file per node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F2F4F8"/>
                </a:solidFill>
                <a:latin typeface="Arial"/>
              </a:rPr>
              <a:t>messages, events, peers — every send/recv/forward/drop/retry, queryable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14800"/>
            <a:ext cx="10789920" cy="1188720"/>
          </a:xfrm>
          <a:prstGeom prst="rect">
            <a:avLst/>
          </a:prstGeom>
          <a:solidFill>
            <a:srgbClr val="5EEAD4"/>
          </a:solidFill>
          <a:ln w="952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B101A"/>
                </a:solidFill>
                <a:latin typeface="Arial"/>
              </a:rPr>
              <a:t>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01A"/>
                </a:solidFill>
                <a:latin typeface="Arial"/>
              </a:rPr>
              <a:t>automated tests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800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101A"/>
                </a:solidFill>
                <a:latin typeface="Arial"/>
              </a:rPr>
              <a:t>up from 79 at the end of Phase II — routing · reliability · crypto · store · node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9AA4B5"/>
                </a:solidFill>
                <a:latin typeface="Arial"/>
              </a:rPr>
              <a:t>Every new feature in Phase III shipped with the test that proves it — including the four bugs on slide 4, each caught by a test before it ever reached a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10 · GIT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The repository shows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EEAD4"/>
                </a:solidFill>
                <a:latin typeface="Arial"/>
              </a:rPr>
              <a:t>git log --graph  ·  git shortlog -sn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440680" cy="41148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BRANCH LINEAGE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develop → develop_2 → develop_3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Each phase branches from the last, inheriting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everything — nothing re-typed, nothing lost.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Tagged: v0.1-phase1 · v0.2-phase2 · v0.3-phase3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Conventional Commits throughout — feat(routing):,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fix(reliability):, docs: — readable without opening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>
                <a:solidFill>
                  <a:srgbClr val="F2F4F8"/>
                </a:solidFill>
                <a:latin typeface="Arial"/>
              </a:rPr>
              <a:t>a single 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40680" cy="41148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Arial"/>
              </a:rPr>
              <a:t>WHAT TO RUN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F2F4F8"/>
                </a:solidFill>
                <a:latin typeface="Consolas"/>
              </a:rPr>
              <a:t>git log --graph --oneline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F2F4F8"/>
                </a:solidFill>
                <a:latin typeface="Consolas"/>
              </a:rPr>
              <a:t>  — the commit history, phase by phase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F2F4F8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F2F4F8"/>
                </a:solidFill>
                <a:latin typeface="Consolas"/>
              </a:rPr>
              <a:t>git shortlog -sn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F2F4F8"/>
                </a:solidFill>
                <a:latin typeface="Consolas"/>
              </a:rPr>
              <a:t>  — commit distribution across the team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F2F4F8"/>
                </a:solidFill>
                <a:latin typeface="Consolas"/>
              </a:rPr>
              <a:t/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F2F4F8"/>
                </a:solidFill>
                <a:latin typeface="Consolas"/>
              </a:rPr>
              <a:t>python -m pytest -q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F2F4F8"/>
                </a:solidFill>
                <a:latin typeface="Consolas"/>
              </a:rPr>
              <a:t>  — 256 passed, live, not a screenshot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AA4B5"/>
                </a:solidFill>
                <a:latin typeface="Arial"/>
              </a:rPr>
              <a:t>11 · SUMMARY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F2F4F8"/>
                </a:solidFill>
                <a:latin typeface="Arial"/>
              </a:rPr>
              <a:t>From a routable mesh to a visible 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ECOMESH   /   GROUP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84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4B5"/>
                </a:solidFill>
                <a:latin typeface="Arial"/>
              </a:rPr>
              <a:t>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5440680" cy="41148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Arial"/>
              </a:rPr>
              <a:t>DONE · PHASES I–III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SRS, six UML diagrams, Design of Algorithms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Protocol, transport, discovery, relay, simulator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Weighted routing, reliability, security, storage —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all wired into Node, 256 tests passing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440680" cy="4114800"/>
          </a:xfrm>
          <a:prstGeom prst="rect">
            <a:avLst/>
          </a:prstGeom>
          <a:solidFill>
            <a:srgbClr val="141C2B"/>
          </a:solidFill>
          <a:ln w="9525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5A5F"/>
                </a:solidFill>
                <a:latin typeface="Arial"/>
              </a:rPr>
              <a:t>NEXT · PHASE 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FastAPI + WebSocket API layer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Node view — SOS button, live delivery status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Rescue dashboard — live topology, SOS queue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400" b="0">
                <a:solidFill>
                  <a:srgbClr val="F2F4F8"/>
                </a:solidFill>
                <a:latin typeface="Arial"/>
              </a:rPr>
              <a:t>Integration across real machines, demo rehearsal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2F4F8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5A5F"/>
                </a:solidFill>
                <a:latin typeface="Arial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EEAD4"/>
                </a:solidFill>
                <a:latin typeface="Arial"/>
              </a:rPr>
              <a:t>Miti Shah  ·  Twissha Shah  ·  Tanvi Sheth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AA4B5"/>
                </a:solidFill>
                <a:latin typeface="Arial"/>
              </a:rPr>
              <a:t>EcoMesh · Group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